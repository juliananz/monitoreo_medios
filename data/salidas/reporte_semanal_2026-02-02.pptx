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Reporte Semanal
Monitoreo de Medios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CEE"/>
                </a:solidFill>
              </a:rPr>
              <a:t>Secretaría de Economía — Gobierno de Coahuila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821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CCDDEE"/>
                </a:solidFill>
              </a:rPr>
              <a:t>27 Jan – 02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Resumen de la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02/02/2026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920240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154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FFFFFF"/>
                </a:solidFill>
              </a:rPr>
              <a:t>Noticias relevantes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822960"/>
            <a:ext cx="1920240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8229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FFFFFF"/>
                </a:solidFill>
              </a:rPr>
              <a:t>Riesgos detectados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822960"/>
            <a:ext cx="1920240" cy="1234440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8229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FFFFFF"/>
                </a:solidFill>
              </a:rPr>
              <a:t>Oportunidades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822960"/>
            <a:ext cx="1920240" cy="1234440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8229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FFFFFF"/>
                </a:solidFill>
              </a:rPr>
              <a:t>Medios activos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3864"/>
                </a:solidFill>
              </a:rPr>
              <a:t>Temas principales esta semana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06624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706624"/>
            <a:ext cx="1197032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65176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Infraestructura  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706624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2706624"/>
            <a:ext cx="1122218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65176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Empleo  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108960"/>
            <a:ext cx="922712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05409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Inversión  37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108960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108960"/>
            <a:ext cx="623454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05409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Industria  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11296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511296"/>
            <a:ext cx="448887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45643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Energía  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3511296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3511296"/>
            <a:ext cx="274320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345643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Comercio Exterior  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13632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913632"/>
            <a:ext cx="199505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85876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Aranceles 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913632"/>
            <a:ext cx="3840480" cy="246888"/>
          </a:xfrm>
          <a:prstGeom prst="rect">
            <a:avLst/>
          </a:prstGeom>
          <a:solidFill>
            <a:srgbClr val="E0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3913632"/>
            <a:ext cx="24938" cy="246888"/>
          </a:xfrm>
          <a:prstGeom prst="rect">
            <a:avLst/>
          </a:prstGeom>
          <a:solidFill>
            <a:srgbClr val="176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385876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Nearshoring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48 artículos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6 oportunidades  |  1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Cardinals confirman a Mike LaFleur como su nuevo head coach rumbo a la próxima temporada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Se refuerza vigilancia y movilidad en carreteras de Coahuila: SEGOB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Tomateros deja escapar la victoria y cae ante Puerto Rico en la Serie del Caribe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6654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VIDEO: ‘El Diablo Viste a la Moda 2’ vuelve con más poder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Desde Guaymas, Sheinbaum hunde un buque para el arrecife artificial y abre museo subacuático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Desmantelaban bodegas y terminan detenidos por la Policía Municipal de Frontera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Dejaban en Tren operar sin licencia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Corrupción mortal y chivos expiatorios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Empleo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45 artículos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7 oportunidades  |  5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Cardinals confirman a Mike LaFleur como su nuevo head coach rumbo a la próxima temporada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Ramos Arizpe: Brigadas municipales realizan jornadas de limpieza en diversos sectores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Gobierno de Coahuila reafirma alianza con el Ejército, Fuerza Aérea y Guardia Nacional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6654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Cambio en Morena Senado: Mier toma la batuta y envía mensaje rumbo a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E7A45"/>
                </a:solidFill>
              </a:rPr>
              <a:t>● Espacios DIF y Amor en Movimiento fortalecen la atención social en Saltillo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Con helicópteros artillados y T-6C: Sinaloa lanza megaoperativo por 10 mineros ‘levantados’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Jóvenes Construyendo el Futuro abre registro este 1 de febrero y recibir 9 mil 582 pesos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Desde Guaymas, Sheinbaum hunde un buque para el arrecife artificial y abre museo subacuático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37 artículos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14 oportunidades  |  2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E7A45"/>
                </a:solidFill>
              </a:rPr>
              <a:t>● Danza de los millones: Sergio Canales es el que más dinero gana en la Liga MX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João Pedro, la obsesión del Cruz Azul, pese a su renovación con San Luis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Cardinals confirman a Mike LaFleur como su nuevo head coach rumbo a la próxima temporada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6654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E7A45"/>
                </a:solidFill>
              </a:rPr>
              <a:t>● Deuda pública de México podría alcanzar hasta un 58% en 2030: Banco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E7A45"/>
                </a:solidFill>
              </a:rPr>
              <a:t>● Autoridades y empresarios acuerdan acciones para el ordenamiento de establecimientos en Torreón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 los otros tiempos del tren y sus estaciones en Saltillo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Una granada en el nuevo escritorio de Gertz Manero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E7A45"/>
                </a:solidFill>
              </a:rPr>
              <a:t>● Quiere ser presidente: Samuel García se proyecta a 2030 en NY mientras presume energía e inversión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Industria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25 artículos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4 oportunidades  |  4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VIDEO: ‘El Diablo Viste a la Moda 2’ vuelve con más poder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Desmantelaban bodegas y terminan detenidos por la Policía Municipal de Frontera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Torreón será sede del encuentro nacional de la industria de ferias y convenciones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6654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Saltillo: mujer resulta lesionada tras volcadura; ningún conductor acepta su responsabilidad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31/01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Analizan México y EU acceso a minerales críticos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Da Fiscalía de NL carpetazo al caso contra Armando Castilla; reafirma que hubo fabricación de pruebas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‘Qué bien escribes, hijo’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Mantener sueldos será un reto para el sector automotriz ante los aranceles de Donald Trump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Energía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18 artículos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1 oportunidades  |  2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Manganitas ∙ AFA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01/02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Alista la NASA el ensayo en frío de Artemis II, misión clave para el regreso tripulado a la Luna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31/01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El Reino Unido y la UE explorarán la reanudación de las conversaciones sobre cooperación en defensa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31/01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6654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Afirman expertos que aranceles por dar petróleo a Cuba extenderán el caos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31/01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El mundo avanzando a energía limpia... y otros queriendo prenderle fuego al pasado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Trump impondrá aranceles a países que suministren petróleo a Cuba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Denuncias anónimas destapan huachicol: Pemex reporta 221 tomas y cientos de miles de litros asegurados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29/01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Ingresos del petróleo venezolano serán supervisados por el gobierno de Estados Unidos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28/01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Comercio Exterior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11 artículos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0 oportunidades  |  5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Afirman expertos que aranceles por dar petróleo a Cuba extenderán el caos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31/01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Mantener sueldos será un reto para el sector automotriz ante los aranceles de Donald Trump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Deportan de Estados Unidos a empresario mexicano, vinculado con el crimen organizado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6654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Trump impondrá aranceles a países que suministren petróleo a Cuba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Agente del ICE que asesinaron a  Renee Good y Alex Pretti fueron suspendidos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29/01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Revisión del T MEC y aranceles definirán al sector automotriz en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28/01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Coahuila: +25 años de una Economía Saltillo-Céntrica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28/01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Identifican a un estadounidense baleado por disparos de la Patrulla Fronteriza en Arizona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28/01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Aranceles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8 artículos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0 oportunidades  |  5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Con encuesta ciudadana, decidirán si aumenta o no tarifas de taxis en Torreón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31/01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0817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Afirman expertos que aranceles por dar petróleo a Cuba extenderán el caos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31/01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Mantener sueldos será un reto para el sector automotriz ante los aranceles de Donald Trump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6654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Trump impondrá aranceles a países que suministren petróleo a Cuba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30/01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Ante alzas de hasta 90%, van por reforma para regular aseguradoras en México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29/01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Revisión del T MEC y aranceles definirán al sector automotriz en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249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28/01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0000"/>
                </a:solidFill>
              </a:rPr>
              <a:t>● Trump afirma que impondrá nuevos aranceles a Corea del Sur mientras critica los retrasos en el acuerdo…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27/01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● Subsidios a tarifas de CFE aumentan 3.5% para este 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27/01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Tema: Nearshoring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1 artículo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17658A"/>
                </a:solidFill>
              </a:rPr>
              <a:t>1 oportunidades  |  0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E7A45"/>
                </a:solidFill>
              </a:rPr>
              <a:t>● Advierten oportunidades positivas para un nearshoring 2.0 en 2026 para México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999999"/>
                </a:solidFill>
              </a:rPr>
              <a:t>Vanguardia  29/01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Coahuila: Actividad Regional esta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02/02/2026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3864"/>
                </a:solidFill>
              </a:rPr>
              <a:t>37 artículos con referencia regional directa esta semana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2971800" cy="37490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1155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3864"/>
                </a:solidFill>
              </a:rPr>
              <a:t>Perspectiva Regional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417320"/>
            <a:ext cx="267004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1A1A1A"/>
                </a:solidFill>
              </a:rPr>
              <a:t>La región Sureste concentró la mayor actividad noticiosa con 17 artículos, lo que implica un aumento en la visibilidad de la industria y la inversión en esta zona de Coahuila, destacando el potencial económico y la competitividad de la región. La actividad noticiosa en las demás regiones, como la Carbonífera con 3 artículos que reflejan esfuerzos hacia la transición energética y la reconversión industrial para generar empleo, o la Laguna y el Norte con 9 y 4 artículos respectivamente que sugieren un interés creciente en la inversión y el desarrollo industrial, contribuye a un panorama económico diversificado y dinámico en el estado.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F3864"/>
                </a:solidFill>
              </a:rPr>
              <a:t>Centro  </a:t>
            </a:r>
            <a:r>
              <a:rPr b="0" sz="900">
                <a:solidFill>
                  <a:srgbClr val="17658A"/>
                </a:solidFill>
              </a:rPr>
              <a:t>(4 artículos)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0759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C00000"/>
                </a:solidFill>
              </a:rPr>
              <a:t>  2 riesgos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Monclova: tras tres años sin aportaciones, CEAS mantiene deuda millonaria con Simas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45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Alcalde de Monclova reconoce resultados de delegado de la FGE en la Región Centro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82880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F3864"/>
                </a:solidFill>
              </a:rPr>
              <a:t>Norte  </a:t>
            </a:r>
            <a:r>
              <a:rPr b="0" sz="900">
                <a:solidFill>
                  <a:srgbClr val="17658A"/>
                </a:solidFill>
              </a:rPr>
              <a:t>(4 artículos)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0574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1E7A45"/>
                </a:solidFill>
              </a:rPr>
              <a:t>  2 oportunidades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1284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Alcalde de Torreón entrega nueva plaza en Villas Zaragoza y refuerza recuperación de…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39572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Simas Piedras Negras descarta desaparecer sindicato, pero congela salarios por dos años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7860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F3864"/>
                </a:solidFill>
              </a:rPr>
              <a:t>Sureste  </a:t>
            </a:r>
            <a:r>
              <a:rPr b="0" sz="900">
                <a:solidFill>
                  <a:srgbClr val="17658A"/>
                </a:solidFill>
              </a:rPr>
              <a:t>(17 artículos)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8072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1E7A45"/>
                </a:solidFill>
              </a:rPr>
              <a:t>  5 oportunidades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6265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Impulsan empleo y educación en Ramos Arizpe; Grupo Carso generará miles de vacantes por…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4553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Coahuila: +25 años de una Economía Saltillo-Céntrica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28416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F3864"/>
                </a:solidFill>
              </a:rPr>
              <a:t>Laguna  </a:t>
            </a:r>
            <a:r>
              <a:rPr b="0" sz="900">
                <a:solidFill>
                  <a:srgbClr val="17658A"/>
                </a:solidFill>
              </a:rPr>
              <a:t>(9 artículos)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55701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1E7A45"/>
                </a:solidFill>
              </a:rPr>
              <a:t>  4 oportunidades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1246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Sigrama inaugura nueva planta en Torreón y refuerza su liderazgo tecnológico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89534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Torreón: subirá un peso el pan en La Laguna a partir de febrero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07822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F3864"/>
                </a:solidFill>
              </a:rPr>
              <a:t>Carbonífera  </a:t>
            </a:r>
            <a:r>
              <a:rPr b="0" sz="900">
                <a:solidFill>
                  <a:srgbClr val="17658A"/>
                </a:solidFill>
              </a:rPr>
              <a:t>(3 artículos)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06824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1E7A45"/>
                </a:solidFill>
              </a:rPr>
              <a:t>  1 oportunidad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46227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Raptan en Sinaloa a 10 ingenieros de minera canadiense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64515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50">
                <a:solidFill>
                  <a:srgbClr val="1A1A1A"/>
                </a:solidFill>
              </a:rPr>
              <a:t>  • Extracción de gas en Coahuila puede generar miles de empleos, como en Texas: Gobernador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Conclusiones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CCCCCC"/>
                </a:solidFill>
              </a:rPr>
              <a:t>02/02/2026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937760"/>
            <a:ext cx="8778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999999"/>
                </a:solidFill>
              </a:rPr>
              <a:t>Secretaría de Economía — Gobierno de Coahuila  |  02/02/2026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</a:rPr>
              <a:t>• Se analizaron 154 noticias relevantes en la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</a:rPr>
              <a:t>• Tema dominante: Infraestructura (48 artículos).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0253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</a:rPr>
              <a:t>• Balance global: 21 oportunidades / 13 riesgos detectados.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7802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</a:rPr>
              <a:t>• Revisar artículos con análisis profundo requerido para seguimiento puntual.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535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</a:rPr>
              <a:t>• Próxima actualización: lunes siguiente.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